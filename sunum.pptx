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CE8A79-E4C1-4487-2D4A-27DD807D3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4DC96AC-B53D-D8A2-1AE0-FFD5D00EA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0FB6128-F467-1347-2F9F-F93C597F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67E2317-7B5C-F154-65C9-AFBDDDD2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619262-689A-D95F-684F-331D7A1A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649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A4B9A6-9919-55F0-62E4-F487FB92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E1FF4B0-1010-70E7-D4A7-B4BF75462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D57D707-0996-1783-6487-CEA7ECDB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A04CB13-705A-61BD-BA42-6B978B3F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D66BFE-4D0F-2F67-97CC-60DEC405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361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BAD71F-079B-A2F2-6EF1-19E52337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152643E-868D-5626-5A3E-47E170204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0A601E0-1DA4-2668-368E-AA53E06A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B43D55-88FD-74BD-8692-70B52883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243D305-CBF3-B3C7-2CE2-053EAB89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340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F8D5A7-1FC4-E23B-61B7-3C199D88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5B8A37-614E-B807-73DF-3A7D8276D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96D5E77-7149-4528-D01A-60C5552FC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2259B5-B7EC-B49F-48C7-D907E801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D13A860-22E3-49E0-DC42-F0B1C763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13D587-844F-464A-7D0E-5E0B774E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133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41C849-2DAC-E746-B69D-F533F5A9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4B635AB-56FE-C414-1078-A244BF7E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E0CE518-B2A5-D9B6-D323-9FE719A10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BA553E1-81FB-590B-81A6-396D5DA82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3CC511A-B00D-5EC6-EB17-087F10D8E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0A1DB6E-4DC6-2243-B9C4-EFCF91D3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EAD4205-8CE0-D34A-AD7B-57971F86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C29763C-4CA6-4BBC-493C-6F1B5CD3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243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1D5271-6724-7B16-544A-80D4F92F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B53CE0C-8BD9-17D3-917E-D1B9E463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95A015C-D8A9-CD8B-E6CD-270CEEB5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11E2D53-3596-9E04-830F-4BBC2EE8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028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2C927ED-94EA-BD83-A24C-9DF4BCC2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3BCBF1F-CBF3-D2C9-2641-B8729442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023A7F4-790C-A37A-870B-88420553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29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D84847-4450-E8BC-A7B5-A3787DFE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69B438-BEC5-CAB6-30FC-E705E3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010F699-EBD5-FFBB-670B-6FB30343B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B2346C7-9CF5-D394-F107-AD9C40D1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E96AAC6-4E00-DF4C-C0DF-C6C2F021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A66F8EC-D830-D049-2F26-21F1F53A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793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06882F-7C7C-B19D-34A9-1DA55A0E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8387990A-A41E-A3B8-62DF-EA285EC74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E1D0BC1-D156-CBB3-74FA-21C0492BE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D2AA7F2-3AEE-9ECC-2423-BC275AC2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448A9E8-4976-E128-E525-1A863FCC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F8E2B1-3489-2B6A-E60D-29E85D8F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851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C80C58-85AA-E942-2107-87B984C6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4D6CDA5-1E5D-FAD0-6272-65EF5448B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F81CA7B-96B2-6BA8-CEE8-77AA209C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DF68B7-DD7A-AE26-FF1F-263211FE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D5865CF-5EC9-7AE6-87A0-B8B08479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937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DEBCFA8-14D7-0DB0-85C1-1483EA58E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3407F94-AD10-B4E6-25BC-649F4B08B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6DB698-7484-02CC-0CFC-0855F31B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77BFD6-FE45-C87A-0394-D88552AA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82A295-CFBB-8C48-F190-29F618B0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812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117E716-78F3-FE82-187D-F684704A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881F30A-D184-463D-D96C-6209B4AF9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9B14137-3428-855C-8FF6-6EACD64BE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8B497-1FE9-4A8D-BD24-F01ED9CE246F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265DCA-50D0-6AC8-D1CD-EF06EDF93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A4CADB-0193-0A2C-2C78-18D30F22C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84937-DD3A-471E-BD9B-AED44AABF3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275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22F6364A-B358-4BEE-B158-0734D2C93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8202" y="1570814"/>
            <a:ext cx="0" cy="3710227"/>
          </a:xfrm>
          <a:prstGeom prst="line">
            <a:avLst/>
          </a:prstGeom>
          <a:ln w="19050">
            <a:solidFill>
              <a:srgbClr val="E7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illi Teknoloji Akademisi">
            <a:extLst>
              <a:ext uri="{FF2B5EF4-FFF2-40B4-BE49-F238E27FC236}">
                <a16:creationId xmlns:a16="http://schemas.microsoft.com/office/drawing/2014/main" id="{5B1EAF94-986F-ABA6-FD1E-E2C7671BB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1860" y="2584799"/>
            <a:ext cx="7009396" cy="168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D2F6B0BA-894A-2D8D-89AA-A8F44DF84CC6}"/>
              </a:ext>
            </a:extLst>
          </p:cNvPr>
          <p:cNvSpPr txBox="1"/>
          <p:nvPr/>
        </p:nvSpPr>
        <p:spPr>
          <a:xfrm>
            <a:off x="621906" y="2902706"/>
            <a:ext cx="2647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latin typeface="Aptos" panose="020B0004020202020204" pitchFamily="34" charset="0"/>
              </a:rPr>
              <a:t>Serhat Şimşek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BDC1E725-987F-7200-CF77-E844C01300D2}"/>
              </a:ext>
            </a:extLst>
          </p:cNvPr>
          <p:cNvSpPr txBox="1"/>
          <p:nvPr/>
        </p:nvSpPr>
        <p:spPr>
          <a:xfrm>
            <a:off x="153559" y="3540692"/>
            <a:ext cx="366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Yazılım Mühendisliği | 030721031</a:t>
            </a:r>
          </a:p>
        </p:txBody>
      </p:sp>
    </p:spTree>
    <p:extLst>
      <p:ext uri="{BB962C8B-B14F-4D97-AF65-F5344CB8AC3E}">
        <p14:creationId xmlns:p14="http://schemas.microsoft.com/office/powerpoint/2010/main" val="39876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1DBD6A1-D4BA-BCD4-C819-0891BC97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37"/>
          <a:stretch>
            <a:fillRect/>
          </a:stretch>
        </p:blipFill>
        <p:spPr>
          <a:xfrm>
            <a:off x="959205" y="364142"/>
            <a:ext cx="10369645" cy="458818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88A0279-5E98-7972-A808-0B333A9849F3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Halı</a:t>
            </a:r>
            <a:r>
              <a:rPr lang="en-US" b="1" dirty="0"/>
              <a:t> Saha </a:t>
            </a:r>
            <a:r>
              <a:rPr lang="en-US" b="1" dirty="0" err="1"/>
              <a:t>Rezervasyon</a:t>
            </a:r>
            <a:r>
              <a:rPr lang="en-US" b="1" dirty="0"/>
              <a:t> </a:t>
            </a:r>
            <a:r>
              <a:rPr lang="en-US" b="1" dirty="0" err="1"/>
              <a:t>Sistemimiz</a:t>
            </a:r>
            <a:r>
              <a:rPr lang="en-US" b="1" dirty="0"/>
              <a:t> </a:t>
            </a:r>
            <a:r>
              <a:rPr lang="en-US" b="1" dirty="0" err="1"/>
              <a:t>İçin</a:t>
            </a:r>
            <a:r>
              <a:rPr lang="en-US" b="1" dirty="0"/>
              <a:t>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tr-TR" b="1" dirty="0"/>
              <a:t>     g</a:t>
            </a:r>
            <a:r>
              <a:rPr lang="en-US" b="1" dirty="0" err="1"/>
              <a:t>eliştirmiş</a:t>
            </a:r>
            <a:r>
              <a:rPr lang="en-US" b="1" dirty="0"/>
              <a:t> </a:t>
            </a:r>
            <a:r>
              <a:rPr lang="en-US" b="1" dirty="0" err="1"/>
              <a:t>olduğum</a:t>
            </a:r>
            <a:r>
              <a:rPr lang="tr-TR" b="1" dirty="0"/>
              <a:t> </a:t>
            </a:r>
            <a:r>
              <a:rPr lang="en-US" b="1" dirty="0"/>
              <a:t>test </a:t>
            </a:r>
            <a:r>
              <a:rPr lang="en-US" b="1" dirty="0" err="1"/>
              <a:t>otomasyonları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0051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yazı tipi, ekran görüntüsü, metin, graf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B43F9B-1435-3E99-6B78-1D66A23F0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325" y="2956820"/>
            <a:ext cx="3296110" cy="647790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DFFA2B58-00AC-7B8E-A1B6-9A8F21B9ECFE}"/>
              </a:ext>
            </a:extLst>
          </p:cNvPr>
          <p:cNvSpPr txBox="1"/>
          <p:nvPr/>
        </p:nvSpPr>
        <p:spPr>
          <a:xfrm>
            <a:off x="8696325" y="1828800"/>
            <a:ext cx="29042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Geliştirdiğim rezervasyon</a:t>
            </a:r>
          </a:p>
          <a:p>
            <a:r>
              <a:rPr lang="tr-TR" b="1" dirty="0"/>
              <a:t>sistemin API testlerini </a:t>
            </a:r>
          </a:p>
          <a:p>
            <a:r>
              <a:rPr lang="tr-TR" b="1" dirty="0"/>
              <a:t>Gerçekleştirdim.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E20BB7F2-403F-E26E-BD5A-414F52B660B4}"/>
              </a:ext>
            </a:extLst>
          </p:cNvPr>
          <p:cNvCxnSpPr/>
          <p:nvPr/>
        </p:nvCxnSpPr>
        <p:spPr>
          <a:xfrm>
            <a:off x="8472678" y="1681734"/>
            <a:ext cx="0" cy="2857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Resim 11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35B8DB-BCDA-1C4C-CC04-3567BC067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65" y="1561998"/>
            <a:ext cx="8246908" cy="31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2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A21458-A613-847C-8CB0-AC052C281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51" y="823549"/>
            <a:ext cx="4915586" cy="5210902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C5F8095F-6938-9DB8-8619-E59CCEA63D4A}"/>
              </a:ext>
            </a:extLst>
          </p:cNvPr>
          <p:cNvSpPr txBox="1"/>
          <p:nvPr/>
        </p:nvSpPr>
        <p:spPr>
          <a:xfrm>
            <a:off x="6800850" y="823549"/>
            <a:ext cx="3419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Test </a:t>
            </a:r>
            <a:r>
              <a:rPr lang="tr-TR" b="1" dirty="0" err="1"/>
              <a:t>Method</a:t>
            </a:r>
            <a:r>
              <a:rPr lang="tr-TR" b="1" dirty="0"/>
              <a:t>: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/>
              <a:t>Status</a:t>
            </a:r>
            <a:r>
              <a:rPr lang="tr-TR" b="1" dirty="0"/>
              <a:t> </a:t>
            </a:r>
            <a:r>
              <a:rPr lang="tr-TR" b="1" dirty="0" err="1"/>
              <a:t>Code</a:t>
            </a:r>
            <a:r>
              <a:rPr lang="tr-TR" b="1" dirty="0"/>
              <a:t>: 201 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Content </a:t>
            </a:r>
            <a:r>
              <a:rPr lang="tr-TR" b="1" dirty="0" err="1"/>
              <a:t>type</a:t>
            </a:r>
            <a:r>
              <a:rPr lang="tr-TR" b="1" dirty="0"/>
              <a:t>: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Run time: 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DABFAAE-C361-459C-1289-46C723AB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07" y="1915202"/>
            <a:ext cx="1014493" cy="38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1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logo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92B1550-0A9E-D7D6-CDD8-9F005280E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520" y="119564"/>
            <a:ext cx="8306959" cy="4182059"/>
          </a:xfr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5FF7AD8D-BF49-4F49-8ED3-2A4DDFC22936}"/>
              </a:ext>
            </a:extLst>
          </p:cNvPr>
          <p:cNvSpPr txBox="1"/>
          <p:nvPr/>
        </p:nvSpPr>
        <p:spPr>
          <a:xfrm>
            <a:off x="1942520" y="4667250"/>
            <a:ext cx="4942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Kullanıcı işlemleri için testler gerçekleştirdim</a:t>
            </a:r>
          </a:p>
          <a:p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Login </a:t>
            </a:r>
            <a:r>
              <a:rPr lang="tr-TR" b="1" dirty="0" err="1"/>
              <a:t>api</a:t>
            </a:r>
            <a:r>
              <a:rPr lang="tr-TR" b="1" dirty="0"/>
              <a:t> testleri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Kayıt </a:t>
            </a:r>
            <a:r>
              <a:rPr lang="tr-TR" b="1" dirty="0" err="1"/>
              <a:t>api</a:t>
            </a:r>
            <a:r>
              <a:rPr lang="tr-TR" b="1" dirty="0"/>
              <a:t> testleri</a:t>
            </a:r>
          </a:p>
        </p:txBody>
      </p:sp>
      <p:pic>
        <p:nvPicPr>
          <p:cNvPr id="8" name="Resim 7" descr="yazı tipi, grafik, ekran görüntüsü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BBDB60C-2DB6-965D-8120-BA5811FD8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265" y="4976861"/>
            <a:ext cx="2467319" cy="581106"/>
          </a:xfrm>
          <a:prstGeom prst="rect">
            <a:avLst/>
          </a:prstGeom>
        </p:spPr>
      </p:pic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0C1A42D3-C82E-84AD-C171-0D4ECCCF9DB2}"/>
              </a:ext>
            </a:extLst>
          </p:cNvPr>
          <p:cNvCxnSpPr/>
          <p:nvPr/>
        </p:nvCxnSpPr>
        <p:spPr>
          <a:xfrm>
            <a:off x="1510284" y="4475359"/>
            <a:ext cx="917143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59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 içeren bir resim">
            <a:extLst>
              <a:ext uri="{FF2B5EF4-FFF2-40B4-BE49-F238E27FC236}">
                <a16:creationId xmlns:a16="http://schemas.microsoft.com/office/drawing/2014/main" id="{0F0D5FB7-7426-2F43-9703-2DC1D57A7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" y="1028365"/>
            <a:ext cx="5029902" cy="480127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8EE5B16C-F4CA-EE0E-84D8-DE8E3A516510}"/>
              </a:ext>
            </a:extLst>
          </p:cNvPr>
          <p:cNvSpPr txBox="1"/>
          <p:nvPr/>
        </p:nvSpPr>
        <p:spPr>
          <a:xfrm>
            <a:off x="2029968" y="467009"/>
            <a:ext cx="129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Kayıt Testi </a:t>
            </a:r>
          </a:p>
        </p:txBody>
      </p:sp>
      <p:pic>
        <p:nvPicPr>
          <p:cNvPr id="8" name="Resim 7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5B3EBF8-1458-F69F-B4A5-DF4560121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926" y="1028365"/>
            <a:ext cx="4648849" cy="4572638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61CE700F-825F-502C-5488-797C240F74BE}"/>
              </a:ext>
            </a:extLst>
          </p:cNvPr>
          <p:cNvSpPr txBox="1"/>
          <p:nvPr/>
        </p:nvSpPr>
        <p:spPr>
          <a:xfrm>
            <a:off x="8490030" y="467009"/>
            <a:ext cx="121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Giriş Testi</a:t>
            </a:r>
          </a:p>
        </p:txBody>
      </p:sp>
    </p:spTree>
    <p:extLst>
      <p:ext uri="{BB962C8B-B14F-4D97-AF65-F5344CB8AC3E}">
        <p14:creationId xmlns:p14="http://schemas.microsoft.com/office/powerpoint/2010/main" val="263992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web sit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BCAA464-C9DD-B58D-15C3-61947F5DA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974"/>
            <a:ext cx="7268831" cy="4733925"/>
          </a:xfrm>
          <a:prstGeom prst="rect">
            <a:avLst/>
          </a:prstGeom>
        </p:spPr>
      </p:pic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8D8A2BF4-57EC-941E-CB70-4F1779A937B8}"/>
              </a:ext>
            </a:extLst>
          </p:cNvPr>
          <p:cNvCxnSpPr/>
          <p:nvPr/>
        </p:nvCxnSpPr>
        <p:spPr>
          <a:xfrm>
            <a:off x="7515606" y="1247775"/>
            <a:ext cx="0" cy="43624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Resim 8" descr="yazı tipi, grafik, ekran görüntüsü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304FFA0-9B2A-D2ED-52D6-4350E61CB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278" y="3138447"/>
            <a:ext cx="2486372" cy="581106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0465EBF7-A824-8548-76CF-F10154305C6D}"/>
              </a:ext>
            </a:extLst>
          </p:cNvPr>
          <p:cNvSpPr txBox="1"/>
          <p:nvPr/>
        </p:nvSpPr>
        <p:spPr>
          <a:xfrm>
            <a:off x="8109248" y="2276856"/>
            <a:ext cx="3398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Sahaları listeleme testleri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Yeni saha oluşturma testleri</a:t>
            </a:r>
          </a:p>
        </p:txBody>
      </p:sp>
    </p:spTree>
    <p:extLst>
      <p:ext uri="{BB962C8B-B14F-4D97-AF65-F5344CB8AC3E}">
        <p14:creationId xmlns:p14="http://schemas.microsoft.com/office/powerpoint/2010/main" val="136797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men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4BDF238-7578-131D-7997-E6468CD07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7" r="447" b="17489"/>
          <a:stretch>
            <a:fillRect/>
          </a:stretch>
        </p:blipFill>
        <p:spPr>
          <a:xfrm>
            <a:off x="611829" y="845161"/>
            <a:ext cx="4353533" cy="5517874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530B835E-EC42-354B-9AF6-130593C5F246}"/>
              </a:ext>
            </a:extLst>
          </p:cNvPr>
          <p:cNvSpPr txBox="1"/>
          <p:nvPr/>
        </p:nvSpPr>
        <p:spPr>
          <a:xfrm>
            <a:off x="2025982" y="310299"/>
            <a:ext cx="1525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Saha Testleri</a:t>
            </a:r>
          </a:p>
        </p:txBody>
      </p:sp>
      <p:pic>
        <p:nvPicPr>
          <p:cNvPr id="8" name="Resim 7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863ADB-DE52-3823-DF6E-D7872ADE1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758" y="845161"/>
            <a:ext cx="4848902" cy="5296639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1EE2A6F4-2DFA-99D9-80DC-A547F957036E}"/>
              </a:ext>
            </a:extLst>
          </p:cNvPr>
          <p:cNvSpPr txBox="1"/>
          <p:nvPr/>
        </p:nvSpPr>
        <p:spPr>
          <a:xfrm>
            <a:off x="7931688" y="328609"/>
            <a:ext cx="2358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Saha Ekleme Testleri</a:t>
            </a:r>
          </a:p>
        </p:txBody>
      </p:sp>
    </p:spTree>
    <p:extLst>
      <p:ext uri="{BB962C8B-B14F-4D97-AF65-F5344CB8AC3E}">
        <p14:creationId xmlns:p14="http://schemas.microsoft.com/office/powerpoint/2010/main" val="3539097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</TotalTime>
  <Words>69</Words>
  <Application>Microsoft Office PowerPoint</Application>
  <PresentationFormat>Geniş ekran</PresentationFormat>
  <Paragraphs>22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Serhat ŞİMŞEK</dc:creator>
  <cp:lastModifiedBy>Serhat ŞİMŞEK</cp:lastModifiedBy>
  <cp:revision>1</cp:revision>
  <dcterms:created xsi:type="dcterms:W3CDTF">2025-12-24T15:36:16Z</dcterms:created>
  <dcterms:modified xsi:type="dcterms:W3CDTF">2025-12-24T16:45:45Z</dcterms:modified>
</cp:coreProperties>
</file>